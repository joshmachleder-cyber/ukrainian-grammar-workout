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791" r:id="rId2"/>
    <p:sldId id="792" r:id="rId3"/>
    <p:sldId id="766" r:id="rId4"/>
    <p:sldId id="769" r:id="rId5"/>
  </p:sldIdLst>
  <p:sldSz cx="18288000" cy="10287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AC2F48B0-BBA5-4EDA-B786-FBEA70495572}">
          <p14:sldIdLst>
            <p14:sldId id="791"/>
            <p14:sldId id="792"/>
            <p14:sldId id="766"/>
            <p14:sldId id="7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85000" autoAdjust="0"/>
  </p:normalViewPr>
  <p:slideViewPr>
    <p:cSldViewPr>
      <p:cViewPr varScale="1">
        <p:scale>
          <a:sx n="57" d="100"/>
          <a:sy n="57" d="100"/>
        </p:scale>
        <p:origin x="126" y="7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hyperlink" Target="https://wordwall.net/uk/resource/116617168/%D0%B2%D1%96%D0%B4%D0%BF%D0%BE%D1%87%D0%B8%D0%BD%D0%BE%D0%BA" TargetMode="External"/><Relationship Id="rId18" Type="http://schemas.openxmlformats.org/officeDocument/2006/relationships/image" Target="../media/image5.png"/><Relationship Id="rId21" Type="http://schemas.openxmlformats.org/officeDocument/2006/relationships/image" Target="../media/image8.png"/><Relationship Id="rId12" Type="http://schemas.openxmlformats.org/officeDocument/2006/relationships/hyperlink" Target="https://wordwall.net/uk/resource/116617013/%D0%B2%D1%96%D0%B4%D0%BF%D0%BE%D1%87%D0%B8%D0%BD%D0%BE%D0%BA" TargetMode="External"/><Relationship Id="rId17" Type="http://schemas.openxmlformats.org/officeDocument/2006/relationships/image" Target="../media/image4.png"/><Relationship Id="rId2" Type="http://schemas.openxmlformats.org/officeDocument/2006/relationships/image" Target="../media/image1.png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11" Type="http://schemas.openxmlformats.org/officeDocument/2006/relationships/image" Target="NULL"/><Relationship Id="rId15" Type="http://schemas.openxmlformats.org/officeDocument/2006/relationships/image" Target="../media/image2.png"/><Relationship Id="rId19" Type="http://schemas.openxmlformats.org/officeDocument/2006/relationships/image" Target="../media/image6.png"/><Relationship Id="rId14" Type="http://schemas.openxmlformats.org/officeDocument/2006/relationships/hyperlink" Target="https://wordwall.net/uk/resource/116617200/%D0%B7%D1%94%D0%B4%D0%BD%D0%B0%D0%B9-%D1%81%D0%BB%D0%BE%D0%B2%D0%B0" TargetMode="Externa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wordwall.net/uk/resource/116617168/%D0%B2%D1%96%D0%B4%D0%BF%D0%BE%D1%87%D0%B8%D0%BD%D0%BE%D0%BA" TargetMode="External"/><Relationship Id="rId18" Type="http://schemas.openxmlformats.org/officeDocument/2006/relationships/image" Target="../media/image5.png"/><Relationship Id="rId21" Type="http://schemas.openxmlformats.org/officeDocument/2006/relationships/image" Target="../media/image8.png"/><Relationship Id="rId12" Type="http://schemas.openxmlformats.org/officeDocument/2006/relationships/hyperlink" Target="https://wordwall.net/uk/resource/116617013/%D0%B2%D1%96%D0%B4%D0%BF%D0%BE%D1%87%D0%B8%D0%BD%D0%BE%D0%BA" TargetMode="External"/><Relationship Id="rId17" Type="http://schemas.openxmlformats.org/officeDocument/2006/relationships/image" Target="../media/image4.png"/><Relationship Id="rId2" Type="http://schemas.openxmlformats.org/officeDocument/2006/relationships/image" Target="../media/image1.png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11" Type="http://schemas.openxmlformats.org/officeDocument/2006/relationships/image" Target="NULL"/><Relationship Id="rId15" Type="http://schemas.openxmlformats.org/officeDocument/2006/relationships/image" Target="../media/image2.png"/><Relationship Id="rId19" Type="http://schemas.openxmlformats.org/officeDocument/2006/relationships/image" Target="../media/image6.png"/><Relationship Id="rId14" Type="http://schemas.openxmlformats.org/officeDocument/2006/relationships/hyperlink" Target="https://wordwall.net/uk/resource/116617200/%D0%B7%D1%94%D0%B4%D0%BD%D0%B0%D0%B9-%D1%81%D0%BB%D0%BE%D0%B2%D0%B0" TargetMode="Externa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11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8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62887"/>
            <a:ext cx="18288000" cy="3324113"/>
            <a:chOff x="0" y="0"/>
            <a:chExt cx="4816593" cy="8754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75486"/>
            </a:xfrm>
            <a:custGeom>
              <a:avLst/>
              <a:gdLst/>
              <a:ahLst/>
              <a:cxnLst/>
              <a:rect l="l" t="t" r="r" b="b"/>
              <a:pathLst>
                <a:path w="4816592" h="875486">
                  <a:moveTo>
                    <a:pt x="0" y="0"/>
                  </a:moveTo>
                  <a:lnTo>
                    <a:pt x="4816592" y="0"/>
                  </a:lnTo>
                  <a:lnTo>
                    <a:pt x="4816592" y="875486"/>
                  </a:lnTo>
                  <a:lnTo>
                    <a:pt x="0" y="875486"/>
                  </a:ln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13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640420" y="3666409"/>
            <a:ext cx="2993707" cy="183365"/>
          </a:xfrm>
          <a:custGeom>
            <a:avLst/>
            <a:gdLst/>
            <a:ahLst/>
            <a:cxnLst/>
            <a:rect l="l" t="t" r="r" b="b"/>
            <a:pathLst>
              <a:path w="2993707" h="183365">
                <a:moveTo>
                  <a:pt x="0" y="0"/>
                </a:moveTo>
                <a:lnTo>
                  <a:pt x="2993707" y="0"/>
                </a:lnTo>
                <a:lnTo>
                  <a:pt x="2993707" y="183365"/>
                </a:lnTo>
                <a:lnTo>
                  <a:pt x="0" y="18336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" name="Прямоугольник 4"/>
          <p:cNvSpPr/>
          <p:nvPr/>
        </p:nvSpPr>
        <p:spPr>
          <a:xfrm>
            <a:off x="1143000" y="495300"/>
            <a:ext cx="17526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12"/>
              </a:rPr>
              <a:t>Розподіли</a:t>
            </a:r>
            <a:endParaRPr kumimoji="0" lang="uk-UA" sz="1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13"/>
              </a:rPr>
              <a:t>слова</a:t>
            </a:r>
            <a:endParaRPr kumimoji="0" lang="uk-UA" sz="1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14"/>
              </a:rPr>
              <a:t>з'єднай</a:t>
            </a: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1609009"/>
            <a:ext cx="5486400" cy="41148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58600" y="491067"/>
            <a:ext cx="6121400" cy="459105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58600" y="5353050"/>
            <a:ext cx="6121400" cy="459105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4933" y="5877541"/>
            <a:ext cx="5839768" cy="4379826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38925" y="480484"/>
            <a:ext cx="4400550" cy="58674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37483" y="7459918"/>
            <a:ext cx="4605873" cy="2590804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44154" y="7047784"/>
            <a:ext cx="4419600" cy="2486025"/>
          </a:xfrm>
          <a:prstGeom prst="rect">
            <a:avLst/>
          </a:prstGeom>
        </p:spPr>
      </p:pic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4848225" y="762169"/>
            <a:ext cx="3581400" cy="424731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історичне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місце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стародавній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амфітеатр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смачна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страва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місцева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їжа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синє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море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чиста вода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гарний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краєвид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кам’янистий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пляж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сонячна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погода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екскурсія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в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печері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плавати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на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човні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побачити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павича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купатися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в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морі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старовинна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altLang="ru-RU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будівля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ru-RU" altLang="ru-R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676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62887"/>
            <a:ext cx="18288000" cy="3324113"/>
            <a:chOff x="0" y="0"/>
            <a:chExt cx="4816593" cy="8754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75486"/>
            </a:xfrm>
            <a:custGeom>
              <a:avLst/>
              <a:gdLst/>
              <a:ahLst/>
              <a:cxnLst/>
              <a:rect l="l" t="t" r="r" b="b"/>
              <a:pathLst>
                <a:path w="4816592" h="875486">
                  <a:moveTo>
                    <a:pt x="0" y="0"/>
                  </a:moveTo>
                  <a:lnTo>
                    <a:pt x="4816592" y="0"/>
                  </a:lnTo>
                  <a:lnTo>
                    <a:pt x="4816592" y="875486"/>
                  </a:lnTo>
                  <a:lnTo>
                    <a:pt x="0" y="875486"/>
                  </a:ln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13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640420" y="3666409"/>
            <a:ext cx="2993707" cy="183365"/>
          </a:xfrm>
          <a:custGeom>
            <a:avLst/>
            <a:gdLst/>
            <a:ahLst/>
            <a:cxnLst/>
            <a:rect l="l" t="t" r="r" b="b"/>
            <a:pathLst>
              <a:path w="2993707" h="183365">
                <a:moveTo>
                  <a:pt x="0" y="0"/>
                </a:moveTo>
                <a:lnTo>
                  <a:pt x="2993707" y="0"/>
                </a:lnTo>
                <a:lnTo>
                  <a:pt x="2993707" y="183365"/>
                </a:lnTo>
                <a:lnTo>
                  <a:pt x="0" y="18336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" name="Прямоугольник 4"/>
          <p:cNvSpPr/>
          <p:nvPr/>
        </p:nvSpPr>
        <p:spPr>
          <a:xfrm>
            <a:off x="1143000" y="495300"/>
            <a:ext cx="17526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12"/>
              </a:rPr>
              <a:t>Розподіли</a:t>
            </a:r>
            <a:endParaRPr kumimoji="0" lang="uk-UA" sz="1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13"/>
              </a:rPr>
              <a:t>слова</a:t>
            </a:r>
            <a:endParaRPr kumimoji="0" lang="uk-UA" sz="1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14"/>
              </a:rPr>
              <a:t>з'єднай</a:t>
            </a: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1609009"/>
            <a:ext cx="5486400" cy="41148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58600" y="491067"/>
            <a:ext cx="6121400" cy="459105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58600" y="5353050"/>
            <a:ext cx="6121400" cy="459105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4933" y="5877541"/>
            <a:ext cx="5839768" cy="4379826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38925" y="480484"/>
            <a:ext cx="4400550" cy="58674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37483" y="7459918"/>
            <a:ext cx="4605873" cy="2590804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44154" y="7047784"/>
            <a:ext cx="4419600" cy="2486025"/>
          </a:xfrm>
          <a:prstGeom prst="rect">
            <a:avLst/>
          </a:prstGeom>
        </p:spPr>
      </p:pic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4848225" y="762169"/>
            <a:ext cx="3581400" cy="424731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історичне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місце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стародавній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амфітеатр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смачна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страва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місцева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їжа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синє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море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чиста вода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гарний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краєвид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кам’янистий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пляж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сонячна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погода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екскурсія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в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печері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плавати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на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човні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побачити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павича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купатися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в </a:t>
            </a: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морі</a:t>
            </a:r>
            <a:r>
              <a:rPr kumimoji="0" lang="ru-RU" alt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старовинна</a:t>
            </a:r>
            <a:r>
              <a:rPr kumimoji="0" lang="ru-RU" alt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altLang="ru-RU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будівля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ru-RU" altLang="ru-R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830056" y="2694805"/>
            <a:ext cx="5867400" cy="440120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Заверши </a:t>
            </a:r>
            <a:r>
              <a:rPr kumimoji="0" lang="ru-RU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речення</a:t>
            </a:r>
            <a:endParaRPr kumimoji="0" lang="ru-RU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 фото я </a:t>
            </a:r>
            <a:r>
              <a:rPr kumimoji="0" lang="ru-RU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бачу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Мені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ru-RU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подобається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Я хочу </a:t>
            </a:r>
            <a:r>
              <a:rPr kumimoji="0" lang="ru-RU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побачити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Я хочу </a:t>
            </a:r>
            <a:r>
              <a:rPr kumimoji="0" lang="ru-RU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спробувати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Я люблю…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Це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ru-RU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місце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ru-RU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виглядає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402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A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62887"/>
            <a:ext cx="18288000" cy="3324113"/>
            <a:chOff x="0" y="0"/>
            <a:chExt cx="4816593" cy="8754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75486"/>
            </a:xfrm>
            <a:custGeom>
              <a:avLst/>
              <a:gdLst/>
              <a:ahLst/>
              <a:cxnLst/>
              <a:rect l="l" t="t" r="r" b="b"/>
              <a:pathLst>
                <a:path w="4816592" h="875486">
                  <a:moveTo>
                    <a:pt x="0" y="0"/>
                  </a:moveTo>
                  <a:lnTo>
                    <a:pt x="4816592" y="0"/>
                  </a:lnTo>
                  <a:lnTo>
                    <a:pt x="4816592" y="875486"/>
                  </a:lnTo>
                  <a:lnTo>
                    <a:pt x="0" y="875486"/>
                  </a:ln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13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640420" y="3666409"/>
            <a:ext cx="2993707" cy="183365"/>
          </a:xfrm>
          <a:custGeom>
            <a:avLst/>
            <a:gdLst/>
            <a:ahLst/>
            <a:cxnLst/>
            <a:rect l="l" t="t" r="r" b="b"/>
            <a:pathLst>
              <a:path w="2993707" h="183365">
                <a:moveTo>
                  <a:pt x="0" y="0"/>
                </a:moveTo>
                <a:lnTo>
                  <a:pt x="2993707" y="0"/>
                </a:lnTo>
                <a:lnTo>
                  <a:pt x="2993707" y="183365"/>
                </a:lnTo>
                <a:lnTo>
                  <a:pt x="0" y="18336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419100"/>
            <a:ext cx="6096000" cy="968699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9027" y="427383"/>
            <a:ext cx="5410200" cy="932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03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A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62887"/>
            <a:ext cx="18288000" cy="3324113"/>
            <a:chOff x="0" y="0"/>
            <a:chExt cx="4816593" cy="8754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75486"/>
            </a:xfrm>
            <a:custGeom>
              <a:avLst/>
              <a:gdLst/>
              <a:ahLst/>
              <a:cxnLst/>
              <a:rect l="l" t="t" r="r" b="b"/>
              <a:pathLst>
                <a:path w="4816592" h="875486">
                  <a:moveTo>
                    <a:pt x="0" y="0"/>
                  </a:moveTo>
                  <a:lnTo>
                    <a:pt x="4816592" y="0"/>
                  </a:lnTo>
                  <a:lnTo>
                    <a:pt x="4816592" y="875486"/>
                  </a:lnTo>
                  <a:lnTo>
                    <a:pt x="0" y="875486"/>
                  </a:ln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13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640420" y="3666409"/>
            <a:ext cx="2993707" cy="183365"/>
          </a:xfrm>
          <a:custGeom>
            <a:avLst/>
            <a:gdLst/>
            <a:ahLst/>
            <a:cxnLst/>
            <a:rect l="l" t="t" r="r" b="b"/>
            <a:pathLst>
              <a:path w="2993707" h="183365">
                <a:moveTo>
                  <a:pt x="0" y="0"/>
                </a:moveTo>
                <a:lnTo>
                  <a:pt x="2993707" y="0"/>
                </a:lnTo>
                <a:lnTo>
                  <a:pt x="2993707" y="183365"/>
                </a:lnTo>
                <a:lnTo>
                  <a:pt x="0" y="18336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5400" y="342900"/>
            <a:ext cx="15697200" cy="973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94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4122</TotalTime>
  <Words>93</Words>
  <Application>Microsoft Office PowerPoint</Application>
  <PresentationFormat>Произвольный</PresentationFormat>
  <Paragraphs>41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and Brown Minimalist Let's Learn Presentation</dc:title>
  <dc:creator>Матвей</dc:creator>
  <cp:lastModifiedBy>Матвей</cp:lastModifiedBy>
  <cp:revision>139</cp:revision>
  <dcterms:created xsi:type="dcterms:W3CDTF">2006-08-16T00:00:00Z</dcterms:created>
  <dcterms:modified xsi:type="dcterms:W3CDTF">2026-08-28T19:39:10Z</dcterms:modified>
  <dc:identifier>DAFs2jpYE5E</dc:identifier>
</cp:coreProperties>
</file>